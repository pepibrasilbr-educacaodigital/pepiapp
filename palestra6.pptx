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201168" cy="48143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548640"/>
            <a:ext cx="2560320" cy="2560320"/>
          </a:xfrm>
          <a:prstGeom prst="ellipse">
            <a:avLst/>
          </a:prstGeom>
          <a:solidFill>
            <a:srgbClr val="F5C518">
              <a:alpha val="12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1645920" cy="1645920"/>
          </a:xfrm>
          <a:prstGeom prst="ellipse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C518"/>
                </a:solidFill>
              </a:rPr>
              <a:t>PEPI BRASIL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Uso Consciente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da Internet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C518"/>
                </a:solidFill>
              </a:rPr>
              <a:t>Palestras Educativas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3200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</a:rPr>
              <a:t>Tempo de tela  |  Equilíbrio digital  |  Hábitos saudáveis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TEMPO DE TELA: QUANTO É DEMAIS?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B3C"/>
                </a:solidFill>
              </a:rPr>
              <a:t>Recomendações de tempo de tela por faixa etária (OMS / Academia Americana de Pediatria):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201168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Até 2 anos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Nenhuma tela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090672"/>
            <a:ext cx="137160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por dia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69164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691640"/>
            <a:ext cx="201168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737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a 5 anos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Máx 1 hora/dia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090672"/>
            <a:ext cx="137160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por dia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69164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691640"/>
            <a:ext cx="20116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737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 a 12 anos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Máx 2 horas/dia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3090672"/>
            <a:ext cx="137160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por dia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169164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1691640"/>
            <a:ext cx="201168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737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Adolescentes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Limite com consciência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3090672"/>
            <a:ext cx="137160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por dia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Mais importante que o tempo é o tipo de conteúdo e se o uso interfere no sono, alimentação, atividades físicas e relações sociais.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EQUILÍBRIO DIGITAL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Como criar um relacionamento saudável com a tecnologia: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743200" cy="1508760"/>
          </a:xfrm>
          <a:prstGeom prst="rect">
            <a:avLst/>
          </a:prstGeom>
          <a:solidFill>
            <a:srgbClr val="F0F8F0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344168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099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Defina horários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Reserve momentos do dia sem telas: refeições, antes de dormir e ao acordar.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743200" cy="1508760"/>
          </a:xfrm>
          <a:prstGeom prst="rect">
            <a:avLst/>
          </a:prstGeom>
          <a:solidFill>
            <a:srgbClr val="F0F8F0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344168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099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Atividades offline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3055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Esportes, leitura, hobbies e momentos com amigos e família são essenciais.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2743200" cy="1508760"/>
          </a:xfrm>
          <a:prstGeom prst="rect">
            <a:avLst/>
          </a:prstGeom>
          <a:solidFill>
            <a:srgbClr val="F0F8F0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1344168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099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Qualidade do conteúdo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3055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Prefira conteúdos educativos, criativos e inspiradores aos que apenas consomem seu tempo.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2743200" cy="1508760"/>
          </a:xfrm>
          <a:prstGeom prst="rect">
            <a:avLst/>
          </a:prstGeom>
          <a:solidFill>
            <a:srgbClr val="F0F8F0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17320" y="2990088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558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Notificações conscientes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764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Desative notificações desnecessárias para não viver em alerta constante.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246120"/>
            <a:ext cx="2743200" cy="1508760"/>
          </a:xfrm>
          <a:prstGeom prst="rect">
            <a:avLst/>
          </a:prstGeom>
          <a:solidFill>
            <a:srgbClr val="F0F8F0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2990088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3558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Durma bem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7764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Evite telas pelo menos 1 hora antes de dormir. A luz azul prejudica o sono.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3246120"/>
            <a:ext cx="2743200" cy="1508760"/>
          </a:xfrm>
          <a:prstGeom prst="rect">
            <a:avLst/>
          </a:prstGeom>
          <a:solidFill>
            <a:srgbClr val="F0F8F0"/>
          </a:solidFill>
          <a:ln w="12700">
            <a:solidFill>
              <a:srgbClr val="BBDD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2990088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3558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Autoconhecimento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7764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Pergunte-se: 'Estou usando o celular porque quero ou porque preciso me distrair?'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C518"/>
                </a:solidFill>
              </a:rPr>
              <a:t>HÁBITOS SAUDÁVEIS NO MUNDO DIGITAL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Durma 8h+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 sono é fundamental para o desenvolvimento físico e mental de crianças e adolescentes.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960120"/>
            <a:ext cx="20116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🏃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1460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Mexa o corpo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233172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60 minutos de atividade física diária contrariam os efeitos negativos do sedentarismo digital.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201168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960120"/>
            <a:ext cx="201168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📖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Leia offline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33172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 leitura de livros físicos melhora a concentração e é um excelente hábito de desconexão.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960120"/>
            <a:ext cx="2011680" cy="3794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960120"/>
            <a:ext cx="20116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097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👨‍👩‍👧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122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18"/>
                </a:solidFill>
              </a:rPr>
              <a:t>Família presente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233172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Momentos de qualidade com a família e amigos presenciais são insubstituíveis pelas redes.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PEPI Brasil © Palestras Educativas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2026-04-14T17:53:36Z</dcterms:created>
  <dcterms:modified xsi:type="dcterms:W3CDTF">2026-04-14T17:53:36Z</dcterms:modified>
</cp:coreProperties>
</file>