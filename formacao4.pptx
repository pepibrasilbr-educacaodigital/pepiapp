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42832" y="164592"/>
            <a:ext cx="201168" cy="481431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57200"/>
            <a:ext cx="2377440" cy="2377440"/>
          </a:xfrm>
          <a:prstGeom prst="ellipse">
            <a:avLst/>
          </a:prstGeom>
          <a:solidFill>
            <a:srgbClr val="1A3A5C">
              <a:alpha val="70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2286000"/>
            <a:ext cx="1645920" cy="1645920"/>
          </a:xfrm>
          <a:prstGeom prst="ellipse">
            <a:avLst/>
          </a:prstGeom>
          <a:solidFill>
            <a:srgbClr val="2E7D32">
              <a:alpha val="20000"/>
            </a:srgbClr>
          </a:solidFill>
          <a:ln w="12700">
            <a:solidFill>
              <a:srgbClr val="2E7D32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74320"/>
            <a:ext cx="2560320" cy="3840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301752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</a:rPr>
              <a:t>FORMAÇÃO DE EQUIPE ESCOLAR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77724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C518"/>
                </a:solidFill>
              </a:rPr>
              <a:t>PEPI BRASIL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115568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Fluxos de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C518"/>
                </a:solidFill>
              </a:rPr>
              <a:t>Atendimento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AABB"/>
                </a:solidFill>
              </a:rPr>
              <a:t>O que fazer  |  Para onde encaminhar  |  Rede de proteção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274320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114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ABB"/>
                </a:solidFill>
              </a:rPr>
              <a:t>Capacitação Profissional para Educadores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 QUE FAZER AO IDENTIFICAR VIOLÊNCIA?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822960"/>
            <a:ext cx="594360" cy="59436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850392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84048" y="12161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Acolha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618488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</a:rPr>
              <a:t>Receba a criança com calma, sem julgamento. Escute o que ela tem a dizer.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18688" y="105156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5968" y="822960"/>
            <a:ext cx="594360" cy="59436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5968" y="850392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28416" y="12161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Registre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28416" y="1618488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</a:rPr>
              <a:t>Documente de forma objetiva: o que foi dito, quando e por quem.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63056" y="105156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60336" y="822960"/>
            <a:ext cx="594360" cy="59436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0336" y="850392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72784" y="12161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Comunique a gestão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72784" y="1618488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</a:rPr>
              <a:t>Informe imediatamente à direção ou coordenação da escola.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71600" y="2606040"/>
            <a:ext cx="594360" cy="5943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2633472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84048" y="29992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Acione o Conselho Tutelar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4048" y="3401568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</a:rPr>
              <a:t>O CT deve ser notificado. Este é um dever legal, não opcional.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18688" y="283464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15968" y="2606040"/>
            <a:ext cx="594360" cy="5943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15968" y="2633472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328416" y="29992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Oriente os responsáveis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28416" y="3401568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</a:rPr>
              <a:t>Quando não forem os agressores, os pais ou responsáveis devem ser comunicados.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63056" y="283464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60336" y="2606040"/>
            <a:ext cx="594360" cy="5943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0336" y="2633472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272784" y="29992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Acompanhe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72784" y="3401568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</a:rPr>
              <a:t>Mantenha vínculo com a criança e acompanhe os desdobramentos do caso.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PEPI Brasil © Formação de Equipe Escolar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REDE DE PROTEÇÃO — PARA ONDE ENCAMINHAR?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43200" cy="1783080"/>
          </a:xfrm>
          <a:prstGeom prst="rect">
            <a:avLst/>
          </a:prstGeom>
          <a:solidFill>
            <a:srgbClr val="EBF0FA"/>
          </a:solidFill>
          <a:ln w="12700">
            <a:solidFill>
              <a:srgbClr val="BBCC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274320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Conselho Tutelar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Órgão não jurisdicional de proteção dos direitos da criança. Recebe denúncias e aciona a rede.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A3A5C"/>
                </a:solidFill>
              </a:rPr>
              <a:t>Acione pelo endereço do município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743200" cy="1783080"/>
          </a:xfrm>
          <a:prstGeom prst="rect">
            <a:avLst/>
          </a:prstGeom>
          <a:solidFill>
            <a:srgbClr val="EBF0FA"/>
          </a:solidFill>
          <a:ln w="12700">
            <a:solidFill>
              <a:srgbClr val="BBCC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51560"/>
            <a:ext cx="274320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155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CREAS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554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Centro de Referência Especializado de Assistência Social. Atende famílias em situação de risco e vulnerabilidade.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91840" y="2514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A3A5C"/>
                </a:solidFill>
              </a:rPr>
              <a:t>Encaminhar pessoalmente ou por telefone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1051560"/>
            <a:ext cx="2743200" cy="1783080"/>
          </a:xfrm>
          <a:prstGeom prst="rect">
            <a:avLst/>
          </a:prstGeom>
          <a:solidFill>
            <a:srgbClr val="EBF0FA"/>
          </a:solidFill>
          <a:ln w="12700">
            <a:solidFill>
              <a:srgbClr val="BBCC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051560"/>
            <a:ext cx="274320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1155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1554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Centro de Referência de Assistência Social. Suporte básico para famílias em situação de vulnerabilidade.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A3A5C"/>
                </a:solidFill>
              </a:rPr>
              <a:t>Encaminhamento direto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971800"/>
            <a:ext cx="2743200" cy="1783080"/>
          </a:xfrm>
          <a:prstGeom prst="rect">
            <a:avLst/>
          </a:prstGeom>
          <a:solidFill>
            <a:srgbClr val="EBF0FA"/>
          </a:solidFill>
          <a:ln w="12700">
            <a:solidFill>
              <a:srgbClr val="BBCC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971800"/>
            <a:ext cx="274320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03580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Delegacia DPCA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4747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Delegacia de Proteção da Criança e Adolescente. Crimes contra crianças e adolescentes.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4434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A3A5C"/>
                </a:solidFill>
              </a:rPr>
              <a:t>Boletim de ocorrência obrigatório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2743200" cy="1783080"/>
          </a:xfrm>
          <a:prstGeom prst="rect">
            <a:avLst/>
          </a:prstGeom>
          <a:solidFill>
            <a:srgbClr val="EBF0FA"/>
          </a:solidFill>
          <a:ln w="12700">
            <a:solidFill>
              <a:srgbClr val="BBCC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2971800"/>
            <a:ext cx="274320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03580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UBS / CAPS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34747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Unidade de saúde para atendimento médico e psicológico imediato.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91840" y="4434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A3A5C"/>
                </a:solidFill>
              </a:rPr>
              <a:t>Encaminhamento com relatório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0760" y="2971800"/>
            <a:ext cx="2743200" cy="1783080"/>
          </a:xfrm>
          <a:prstGeom prst="rect">
            <a:avLst/>
          </a:prstGeom>
          <a:solidFill>
            <a:srgbClr val="EBF0FA"/>
          </a:solidFill>
          <a:ln w="12700">
            <a:solidFill>
              <a:srgbClr val="BBCC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971800"/>
            <a:ext cx="274320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03580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MP / Vara da Infância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34747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Ministério Público e Vara da Infância e Juventude para casos que necessitem de intervenção judicial.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72200" y="4434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A3A5C"/>
                </a:solidFill>
              </a:rPr>
              <a:t>Via Conselho Tutelar ou CT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PEPI Brasil © Formação de Equipe Escolar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C518"/>
                </a:solidFill>
              </a:rPr>
              <a:t>PONTOS-CHAVE DO FLUXO DE ATENDIMENTO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5196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4251960" cy="914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A omissão também é crime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Profissionais da educação são obrigados por lei a notificar casos suspeitos de violência. A inação pode configurar crime.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25196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05840"/>
            <a:ext cx="425196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7043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Sigilo ≠ silêncio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6459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Guardar o sigilo da criança não significa não agir. Significa não expô-la desnecessariamente durante o processo.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425196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017520"/>
            <a:ext cx="4251960" cy="914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1821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Trabalho em rede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36576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Nenhum profissional resolve sozinho. O fluxo existe para que cada ator assuma seu papel específico.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25196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3017520"/>
            <a:ext cx="425196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1821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Documente tudo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6576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Registros são fundamentais para garantir continuidade do atendimento e proteção legal da escola e do profissional.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PEPI Brasil © Formação de Equipe Escolar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2026-04-14T17:57:19Z</dcterms:created>
  <dcterms:modified xsi:type="dcterms:W3CDTF">2026-04-14T17:57:19Z</dcterms:modified>
</cp:coreProperties>
</file>