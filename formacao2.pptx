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42832" y="164592"/>
            <a:ext cx="201168" cy="481431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57200"/>
            <a:ext cx="2377440" cy="2377440"/>
          </a:xfrm>
          <a:prstGeom prst="ellipse">
            <a:avLst/>
          </a:prstGeom>
          <a:solidFill>
            <a:srgbClr val="1A3A5C">
              <a:alpha val="70000"/>
            </a:srgbClr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2286000"/>
            <a:ext cx="1645920" cy="1645920"/>
          </a:xfrm>
          <a:prstGeom prst="ellipse">
            <a:avLst/>
          </a:prstGeom>
          <a:solidFill>
            <a:srgbClr val="2E7D32">
              <a:alpha val="20000"/>
            </a:srgbClr>
          </a:solidFill>
          <a:ln w="12700">
            <a:solidFill>
              <a:srgbClr val="2E7D32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74320"/>
            <a:ext cx="2560320" cy="38404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301752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</a:rPr>
              <a:t>FORMAÇÃO DE EQUIPE ESCOLAR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77724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C518"/>
                </a:solidFill>
              </a:rPr>
              <a:t>PEPI BRASIL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115568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Lei de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65760" y="182880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5C518"/>
                </a:solidFill>
              </a:rPr>
              <a:t>Bullying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65760" y="2788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AABB"/>
                </a:solidFill>
              </a:rPr>
              <a:t>Responsabilidades  |  Prevenção  |  Atuação prática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697480"/>
            <a:ext cx="274320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114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ABB"/>
                </a:solidFill>
              </a:rPr>
              <a:t>Capacitação Profissional para Educadores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LEI Nº 13.185/2015 — ANTIBULLYING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A Lei nº 13.185/2015 institui o Programa de Combate à Intimidação Sistemática (Bullying) e é de cumprimento obrigatório em todas as escolas do Brasil.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87452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874520"/>
            <a:ext cx="182880" cy="14630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659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Obrigação da escola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37744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Implementar ações de conscientização, prevenção e capacitação de equipes.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87452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874520"/>
            <a:ext cx="182880" cy="14630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9659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Notificação obrigatória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37744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Casos de bullying grave devem ser comunicados aos responsáveis e, quando necessário, ao Conselho Tutelar.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47472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474720"/>
            <a:ext cx="182880" cy="14630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5661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Responsabilidade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397764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A omissão da escola diante de casos conhecidos pode gerar responsabilização civil e criminal.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47472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474720"/>
            <a:ext cx="182880" cy="14630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5661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ECA — Art. 5º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397764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Nenhuma criança ou adolescente será objeto de negligência, discriminação, exploração ou violência.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PEPI Brasil © Formação de Equipe Escolar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ESTRATÉGIAS DE PREVENÇÃO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</a:rPr>
              <a:t>A prevenção é responsabilidade de toda a comunidade escolar: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8503920" cy="411480"/>
          </a:xfrm>
          <a:prstGeom prst="rect">
            <a:avLst/>
          </a:prstGeom>
          <a:solidFill>
            <a:srgbClr val="EBF5EB"/>
          </a:solidFill>
          <a:ln w="12700">
            <a:solidFill>
              <a:srgbClr val="CCDD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618488"/>
            <a:ext cx="292608" cy="29260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581912"/>
            <a:ext cx="7909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Promover rodas de conversa periódicas sobre respeito e diversidade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029968"/>
            <a:ext cx="8503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2093976"/>
            <a:ext cx="292608" cy="29260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057400"/>
            <a:ext cx="7909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Formar comissão antibullying com alunos, professores e pais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505456"/>
            <a:ext cx="8503920" cy="411480"/>
          </a:xfrm>
          <a:prstGeom prst="rect">
            <a:avLst/>
          </a:prstGeom>
          <a:solidFill>
            <a:srgbClr val="EBF5EB"/>
          </a:solidFill>
          <a:ln w="12700">
            <a:solidFill>
              <a:srgbClr val="CCDD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2569464"/>
            <a:ext cx="292608" cy="29260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532888"/>
            <a:ext cx="7909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Criar canais seguros de denúncia anônima dentro da escola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980944"/>
            <a:ext cx="8503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3044952"/>
            <a:ext cx="292608" cy="29260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008376"/>
            <a:ext cx="7909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Treinar toda a equipe para identificar e agir em situações de bullying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456432"/>
            <a:ext cx="8503920" cy="411480"/>
          </a:xfrm>
          <a:prstGeom prst="rect">
            <a:avLst/>
          </a:prstGeom>
          <a:solidFill>
            <a:srgbClr val="EBF5EB"/>
          </a:solidFill>
          <a:ln w="12700">
            <a:solidFill>
              <a:srgbClr val="CCDD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3520440"/>
            <a:ext cx="292608" cy="29260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483864"/>
            <a:ext cx="7909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Desenvolver projetos interdisciplinares sobre empatia e cidadania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931920"/>
            <a:ext cx="8503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3995928"/>
            <a:ext cx="292608" cy="29260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959352"/>
            <a:ext cx="7909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Monitorar espaços de maior risco: corredores, banheiros, intervalos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4407408"/>
            <a:ext cx="8503920" cy="411480"/>
          </a:xfrm>
          <a:prstGeom prst="rect">
            <a:avLst/>
          </a:prstGeom>
          <a:solidFill>
            <a:srgbClr val="EBF5EB"/>
          </a:solidFill>
          <a:ln w="12700">
            <a:solidFill>
              <a:srgbClr val="CCDD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4471416"/>
            <a:ext cx="292608" cy="29260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4434840"/>
            <a:ext cx="7909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Envolver famílias em reuniões de sensibilização e orientação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PEPI Brasil © Formação de Equipe Escolar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518"/>
                </a:solidFill>
              </a:rPr>
              <a:t>ATUAÇÃO PRÁTICA — QUANDO O BULLYING OCORRE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88920" cy="3794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6282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2788920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058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Imediato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" y="1600200"/>
            <a:ext cx="256032" cy="25603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57276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Separar as partes envolvidas com calma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" y="2514600"/>
            <a:ext cx="256032" cy="25603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48716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Ouvir individualmente vítima, agressor(es) e testemunhas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18688" y="960120"/>
            <a:ext cx="2788920" cy="3794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A3A5C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18688" y="960120"/>
            <a:ext cx="278892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8416" y="10058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Curto prazo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83280" y="1600200"/>
            <a:ext cx="256032" cy="25603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4176" y="157276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Documentar o ocorrido formalmente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383280" y="2514600"/>
            <a:ext cx="256032" cy="25603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94176" y="248716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Convocar os responsáveis de todas as partes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83280" y="3429000"/>
            <a:ext cx="256032" cy="25603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94176" y="340156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Aplicar medidas educativas ao agressor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63056" y="960120"/>
            <a:ext cx="2788920" cy="3794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2E7D32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63056" y="960120"/>
            <a:ext cx="278892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10058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Contínuo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27648" y="1600200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38544" y="157276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Monitorar a vítima e o agressor ao longo do tempo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27648" y="2514600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38544" y="248716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Oferecer acompanhamento psicopedagógico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27648" y="3429000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38544" y="340156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Registrar evolução e acionar rede se necessário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PEPI Brasil © Formação de Equipe Escolar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2026-04-14T17:57:19Z</dcterms:created>
  <dcterms:modified xsi:type="dcterms:W3CDTF">2026-04-14T17:57:19Z</dcterms:modified>
</cp:coreProperties>
</file>