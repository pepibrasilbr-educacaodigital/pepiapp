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164592"/>
            <a:ext cx="201168" cy="48143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377440" cy="237744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286000"/>
            <a:ext cx="1645920" cy="16459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56032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17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FORMAÇÃO DE EQUIPE ESCOLAR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</a:rPr>
              <a:t>PEPI BRASIL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Lei de Escuta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Protegida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</a:rPr>
              <a:t>Fundamentos legais  |  Papel da escola  |  Como aplicar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Capacitação Profissional para Educadores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QUE É A ESCUTA PROTEGIDA?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Fundamento Legal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 Escuta Protegida é um procedimento previsto na Lei nº 13.431/2017, que estabelece o sistema de garantia de direitos de crianças e adolescentes vítimas ou testemunhas de violência.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68880"/>
            <a:ext cx="27432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5146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Proteção da criança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99923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Evitar a revitimização — a criança não precisa contar sua história múltiplas vezes para diferentes profissionais.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468880"/>
            <a:ext cx="27432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5146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Especialização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99923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O depoimento é colhido por profissionais capacitados em ambiente adequado e sigiloso.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24688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468880"/>
            <a:ext cx="27432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5146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Multidisciplinaridade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99923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Envolve profissionais de saúde, assistência social, psicologia e sistema de justiça integrados.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PAPEL DA ESCOLA NA ESCUTA PROTEGIDA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 escola é PROTAGONISTA na identificação — mas NÃO realiza a escuta especializada. Saiba o que compete a você: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743200" cy="1371600"/>
          </a:xfrm>
          <a:prstGeom prst="rect">
            <a:avLst/>
          </a:prstGeom>
          <a:solidFill>
            <a:srgbClr val="EBF5EB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18288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56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Identificar sinais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2402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Observar mudanças de comportamento, marcas físicas, isolamento e queda de rendimento.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743200" cy="1371600"/>
          </a:xfrm>
          <a:prstGeom prst="rect">
            <a:avLst/>
          </a:prstGeom>
          <a:solidFill>
            <a:srgbClr val="EBF5EB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83080"/>
            <a:ext cx="18288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856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Acolher sem pressionar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2402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Se a criança se abre, ouça com calma, sem fazer perguntas detalhadas sobre o ocorrido.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2743200" cy="1371600"/>
          </a:xfrm>
          <a:prstGeom prst="rect">
            <a:avLst/>
          </a:prstGeom>
          <a:solidFill>
            <a:srgbClr val="EBF5EB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783080"/>
            <a:ext cx="18288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856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Registrar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36792" y="22402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Documente o que foi observado ou relatado com data, hora e descrição objetiva.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2743200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91840"/>
            <a:ext cx="18288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364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Acionar a rede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" y="374904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Notifique imediatamente o Conselho Tutelar e CREAS. Não tente resolver sozinho.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291840"/>
            <a:ext cx="2743200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291840"/>
            <a:ext cx="182880" cy="1371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64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Não investigar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56432" y="374904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Não faça perguntas detalhadas sobre a situação de violência — isso pode invalidar provas.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3291840"/>
            <a:ext cx="2743200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3291840"/>
            <a:ext cx="182880" cy="1371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364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Não adiar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36792" y="374904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 notificação deve ser imediata. Aguardar pode colocar a criança em risco ainda maior.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C518"/>
                </a:solidFill>
              </a:rPr>
              <a:t>COMO APLICAR CORRETAMENTE NA ESCOLA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Observe e registre comportamentos suspeitos sem pressionar a criança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55064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Se a criança falar espontaneamente, ouça com atenção e sem interrompê-la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04288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2257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322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Não prometa sigilo absoluto — informe que precisará buscar ajuda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907792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53512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718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971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Registre por escrito o relato, data, horário e quem estava presente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02736"/>
            <a:ext cx="475488" cy="4754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2102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Comunique imediatamente a direção e juntos acione o Conselho Tutelar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5196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024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2702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Acompanhe a criança, mantendo o vínculo de confiança durante o processo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2026-04-14T17:57:19Z</dcterms:created>
  <dcterms:modified xsi:type="dcterms:W3CDTF">2026-04-14T17:57:19Z</dcterms:modified>
</cp:coreProperties>
</file>