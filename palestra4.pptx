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201168" cy="48143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548640"/>
            <a:ext cx="2560320" cy="2560320"/>
          </a:xfrm>
          <a:prstGeom prst="ellipse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286000"/>
            <a:ext cx="1645920" cy="1645920"/>
          </a:xfrm>
          <a:prstGeom prst="ellipse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C518"/>
                </a:solidFill>
              </a:rPr>
              <a:t>PEPI BRASIL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Inclusão 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Respeito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C518"/>
                </a:solidFill>
              </a:rPr>
              <a:t>Palestras Educativas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32004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Diversidade  |  Convivência  |  Empatia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DIVERSIDADE: NOSSA FORÇA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</a:rPr>
              <a:t>A diversidade é o conjunto de diferenças que fazem cada pessoa única: cor, cultura, religião, gênero, habilidades e formas de pensar.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28800"/>
            <a:ext cx="18288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Cultural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Tradições, línguas e costumes diferentes enriquecem nossa visão de mundo.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28800"/>
            <a:ext cx="18288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920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Racial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Todas as etnias merecem igual respeito e têm contribuições valiosas à sociedade.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182880" cy="1463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20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</a:rPr>
              <a:t>Neurodiversidade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9319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Pessoas com autismo, TDAH e outras condições têm formas únicas de pensar e aprender.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42900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429000"/>
            <a:ext cx="182880" cy="1463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520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Deficiências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9319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Inclusão significa garantir acessibilidade e oportunidades iguais para todos.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CONVIVÊNCIA SAUDÁVEL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Como construir um ambiente positivo?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4206240" cy="914400"/>
          </a:xfrm>
          <a:prstGeom prst="rect">
            <a:avLst/>
          </a:prstGeom>
          <a:solidFill>
            <a:srgbClr val="F8FFF8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38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01368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Ouça antes de julgar — toda história tem mais de um lado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4206240" cy="914400"/>
          </a:xfrm>
          <a:prstGeom prst="rect">
            <a:avLst/>
          </a:prstGeom>
          <a:solidFill>
            <a:srgbClr val="F8FFF8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92024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38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801368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Use palavras que unem, não que dividem ou excluem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206240" cy="914400"/>
          </a:xfrm>
          <a:prstGeom prst="rect">
            <a:avLst/>
          </a:prstGeom>
          <a:solidFill>
            <a:srgbClr val="F8FFF8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90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852928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Inclua colegas que estão sozinhos ou marginalizados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4206240" cy="914400"/>
          </a:xfrm>
          <a:prstGeom prst="rect">
            <a:avLst/>
          </a:prstGeom>
          <a:solidFill>
            <a:srgbClr val="F8FFF8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97180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990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0680" y="2852928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Resolva conflitos com diálogo e nunca com violência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4206240" cy="914400"/>
          </a:xfrm>
          <a:prstGeom prst="rect">
            <a:avLst/>
          </a:prstGeom>
          <a:solidFill>
            <a:srgbClr val="F8FFF8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41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904488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Valorize as diferenças como oportunidades de aprendizado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794760"/>
            <a:ext cx="4206240" cy="914400"/>
          </a:xfrm>
          <a:prstGeom prst="rect">
            <a:avLst/>
          </a:prstGeom>
          <a:solidFill>
            <a:srgbClr val="F8FFF8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402336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0416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3904488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Pratique o respeito mesmo quando você discorda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</a:rPr>
              <a:t>EMPATIA: SE COLOCAR NO LUGAR DO OUTRO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"Empatia é a capacidade de entender e compartilhar os sentimentos de outra pessoa, mesmo que sua experiência seja diferente da sua."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011680" cy="27432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920240"/>
            <a:ext cx="2011680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084832"/>
            <a:ext cx="658368" cy="6583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0312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Observe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Preste atenção em como seu colega está se sentindo, mesmo que ele não fale nada.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920240"/>
            <a:ext cx="2011680" cy="27432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920240"/>
            <a:ext cx="2011680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2084832"/>
            <a:ext cx="658368" cy="6583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210312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1460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Pergunte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32918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Demonstre interesse genuíno: 'Você está bem? Posso te ajudar com algo?'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920240"/>
            <a:ext cx="2011680" cy="27432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920240"/>
            <a:ext cx="2011680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9512" y="2084832"/>
            <a:ext cx="658368" cy="6583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9512" y="210312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Escute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32918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Ouça sem interromper, sem julgar e sem minimizar o que a pessoa sente.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1920240"/>
            <a:ext cx="2011680" cy="27432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5C51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1920240"/>
            <a:ext cx="2011680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88352" y="2084832"/>
            <a:ext cx="658368" cy="6583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88352" y="210312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Aja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32918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Ofereça apoio de forma concreta: um gesto de solidariedade pode mudar o dia de alguém.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2026-04-14T17:53:36Z</dcterms:created>
  <dcterms:modified xsi:type="dcterms:W3CDTF">2026-04-14T17:53:36Z</dcterms:modified>
</cp:coreProperties>
</file>