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201168" cy="48143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548640"/>
            <a:ext cx="2560320" cy="2560320"/>
          </a:xfrm>
          <a:prstGeom prst="ellipse">
            <a:avLst/>
          </a:prstGeom>
          <a:solidFill>
            <a:srgbClr val="F5C518">
              <a:alpha val="12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286000"/>
            <a:ext cx="1645920" cy="1645920"/>
          </a:xfrm>
          <a:prstGeom prst="ellipse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2E7D32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C518"/>
                </a:solidFill>
              </a:rPr>
              <a:t>PEPI BRASIL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Cidadania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Digital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C518"/>
                </a:solidFill>
              </a:rPr>
              <a:t>Palestras Educativas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32004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Respeito online  |  Comportamento nas redes  |  Responsabilidades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 QUE É CIDADANIA DIGITAL?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</a:rPr>
              <a:t>Ser um cidadão digital significa usar a internet com responsabilidade, respeito e consciência, assim como fazemos no mundo real.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965960"/>
            <a:ext cx="640080" cy="6400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C"/>
                </a:solidFill>
              </a:rPr>
              <a:t>Respeito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32004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Tratar todas as pessoas com dignidade, independentemente de diferenças de opinião, cultura ou identidade.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96596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C"/>
                </a:solidFill>
              </a:rPr>
              <a:t>Honestidade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0128" y="32004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Não plagiar, não criar perfis falsos, não mentir ou enganar nas redes sociais.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92024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1965960"/>
            <a:ext cx="640080" cy="6400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3C"/>
                </a:solidFill>
              </a:rPr>
              <a:t>Empatia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90488" y="32004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Pensar no impacto que nossas palavras e ações online causam nos outros antes de agir.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COMPORTAMENTO NAS REDES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794760"/>
          </a:xfrm>
          <a:prstGeom prst="rect">
            <a:avLst/>
          </a:prstGeom>
          <a:solidFill>
            <a:srgbClr val="EBF5EB"/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✔ Boas práticas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190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Respeite opiniões diferentes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395728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77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Use linguagem adequada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054096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358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Compartilhe informações verificadas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712464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9417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Dê crédito ao conteúdo alheio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160520" cy="37947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51560"/>
            <a:ext cx="41605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15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✘ Evite sempre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173736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7190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Discurso de ódio e xingamentos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395728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377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Compartilhar fake news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3054096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0358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Exposição de dados alheios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712464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69417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Provocar conflitos desnecessários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RESPONSABILIDADES DIGITAIS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594360" cy="5943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6128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A5C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1247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Responda pelas suas palavras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Tudo o que você publica fica registrado. Comentários ofensivos podem ter consequências legais e sociais.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519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143000"/>
            <a:ext cx="594360" cy="5943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6128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A5C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1247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Proteja sua reputação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5544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 que é postado online é difícil de apagar. Pense sempre no futuro ao publicar conteúdo pessoal.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2519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154680"/>
            <a:ext cx="594360" cy="5943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7296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A5C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1363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Respeite a privacidade alheia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56616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Não compartilhe fotos, vídeos ou informações de outras pessoas sem autorização expressa.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2519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154680"/>
            <a:ext cx="594360" cy="5943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17296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A5C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1363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Seja fonte de informação confiável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Antes de compartilhar uma notícia, verifique a fonte. Fake news causam danos reais à sociedade.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2026-04-14T17:53:36Z</dcterms:created>
  <dcterms:modified xsi:type="dcterms:W3CDTF">2026-04-14T17:53:36Z</dcterms:modified>
</cp:coreProperties>
</file>