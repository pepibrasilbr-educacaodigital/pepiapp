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201168" cy="481431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548640"/>
            <a:ext cx="2560320" cy="2560320"/>
          </a:xfrm>
          <a:prstGeom prst="ellipse">
            <a:avLst/>
          </a:prstGeom>
          <a:solidFill>
            <a:srgbClr val="F5C518">
              <a:alpha val="12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2286000"/>
            <a:ext cx="1645920" cy="1645920"/>
          </a:xfrm>
          <a:prstGeom prst="ellipse">
            <a:avLst/>
          </a:prstGeom>
          <a:solidFill>
            <a:srgbClr val="2E7D32">
              <a:alpha val="15000"/>
            </a:srgbClr>
          </a:solidFill>
          <a:ln w="12700">
            <a:solidFill>
              <a:srgbClr val="2E7D32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C518"/>
                </a:solidFill>
              </a:rPr>
              <a:t>PEPI BRASIL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6858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Proteção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Contra a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Violência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C518"/>
                </a:solidFill>
              </a:rPr>
              <a:t>Palestras Educativas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32004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</a:rPr>
              <a:t>Limites do corpo  |  Situações de risco  |  Buscar ajuda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OS LIMITES DO CORPO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</a:rPr>
              <a:t>Seu corpo é seu. Ninguém tem o direito de tocá-lo, constrangê-lo ou machucá-lo sem sua permissão.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420624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28800"/>
            <a:ext cx="182880" cy="1435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019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Autonomia corporal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30428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</a:rPr>
              <a:t>Você tem o direito de dizer NÃO a qualquer toque que te faça sentir desconfortável, mesmo que seja de um adulto conhecido.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420624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828800"/>
            <a:ext cx="182880" cy="1435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9019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Segredo bom x ruim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30428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</a:rPr>
              <a:t>Segredos que te fazem sentir medo, vergonha ou mal-estar NUNCA devem ser guardados. Conte para alguém de confiança.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401568"/>
            <a:ext cx="420624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01568"/>
            <a:ext cx="182880" cy="1435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474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Partes íntimas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877056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</a:rPr>
              <a:t>As partes do corpo cobertas pelo biquíni ou sunga são privadas. Ninguém deve tocá-las sem necessidade médica ou permissão dos pais.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3401568"/>
            <a:ext cx="420624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401568"/>
            <a:ext cx="182880" cy="1435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474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Limite nas redes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3877056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</a:rPr>
              <a:t>Nunca envie fotos do seu corpo para ninguém online — mesmo que a pessoa prometa não mostrar para mais ninguém.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PEPI Brasil © Palestras Educativas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SITUAÇÕES DE RISCO — FIQUE ALERTA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Reconheça sinais de perigo: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8503920" cy="475488"/>
          </a:xfrm>
          <a:prstGeom prst="rect">
            <a:avLst/>
          </a:prstGeom>
          <a:solidFill>
            <a:srgbClr val="FFF8E1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00200"/>
            <a:ext cx="182880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2763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</a:rPr>
              <a:t>⚠ Adulto que pede segredo sobre algo que te faz sentir mal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2148840"/>
            <a:ext cx="8503920" cy="475488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148840"/>
            <a:ext cx="182880" cy="4754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7627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</a:rPr>
              <a:t>⚠ Alguém que te oferece presentes em troca de favores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697480"/>
            <a:ext cx="8503920" cy="475488"/>
          </a:xfrm>
          <a:prstGeom prst="rect">
            <a:avLst/>
          </a:prstGeom>
          <a:solidFill>
            <a:srgbClr val="FFF8E1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697480"/>
            <a:ext cx="182880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2491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</a:rPr>
              <a:t>⚠ Pessoa desconhecida que quer encontros em locais privados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3246120"/>
            <a:ext cx="8503920" cy="475488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246120"/>
            <a:ext cx="182880" cy="4754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735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</a:rPr>
              <a:t>⚠ Conteúdos sexuais enviados por adultos ou desconhecidos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794760"/>
            <a:ext cx="8503920" cy="475488"/>
          </a:xfrm>
          <a:prstGeom prst="rect">
            <a:avLst/>
          </a:prstGeom>
          <a:solidFill>
            <a:srgbClr val="FFF8E1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94760"/>
            <a:ext cx="182880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8221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</a:rPr>
              <a:t>⚠ Ameaças ou chantagens para que você faça algo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0040" y="4343400"/>
            <a:ext cx="8503920" cy="475488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343400"/>
            <a:ext cx="182880" cy="4754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37083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</a:rPr>
              <a:t>⚠ Toque não autorizado mesmo que disfarçado de brincadeira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PEPI Brasil © Palestras Educativas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C518"/>
                </a:solidFill>
              </a:rPr>
              <a:t>COMO E ONDE BUSCAR AJUDA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 você viveu ou presenciou alguma situação de violência, fale com alguém. Você não está sozinho.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88920" cy="14813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508760"/>
            <a:ext cx="278892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459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Disque 100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20574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Canal nacional para denúncia de violações dos direitos de crianças e adolescentes. Funciona 24h.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18688" y="1508760"/>
            <a:ext cx="2788920" cy="14813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1508760"/>
            <a:ext cx="278892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16459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Ligue 180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28416" y="20574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Central de atendimento à mulher. Orientação, encaminhamento e apoio para situações de violência.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1508760"/>
            <a:ext cx="2788920" cy="14813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3056" y="1508760"/>
            <a:ext cx="278892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16459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Escola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72784" y="20574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Professores, orientadores e diretores são obrigados por lei a agir em casos de violência.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154680"/>
            <a:ext cx="2788920" cy="14813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154680"/>
            <a:ext cx="278892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291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Conselho Tutelar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" y="370332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Órgão municipal que garante a proteção e os direitos das crianças e adolescentes.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18688" y="3154680"/>
            <a:ext cx="2788920" cy="14813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18688" y="3154680"/>
            <a:ext cx="278892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3291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CRAS / CREAS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28416" y="370332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Serviços de proteção social básica e especial disponíveis em todos os municípios.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63056" y="3154680"/>
            <a:ext cx="2788920" cy="14813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63056" y="3154680"/>
            <a:ext cx="278892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3291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Delegacia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72784" y="370332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Em casos de violência física ou sexual, registre o boletim de ocorrência imediatamente.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PEPI Brasil © Palestras Educativas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2026-04-14T17:53:36Z</dcterms:created>
  <dcterms:modified xsi:type="dcterms:W3CDTF">2026-04-14T17:53:36Z</dcterms:modified>
</cp:coreProperties>
</file>