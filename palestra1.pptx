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201168" cy="49789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731520"/>
            <a:ext cx="2286000" cy="2286000"/>
          </a:xfrm>
          <a:prstGeom prst="ellipse">
            <a:avLst/>
          </a:prstGeom>
          <a:solidFill>
            <a:srgbClr val="F5C518">
              <a:alpha val="15000"/>
            </a:srgbClr>
          </a:solidFill>
          <a:ln w="12700">
            <a:solidFill>
              <a:srgbClr val="F5C518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2011680"/>
            <a:ext cx="1463040" cy="1463040"/>
          </a:xfrm>
          <a:prstGeom prst="ellipse">
            <a:avLst/>
          </a:prstGeom>
          <a:solidFill>
            <a:srgbClr val="2E7D32">
              <a:alpha val="20000"/>
            </a:srgbClr>
          </a:solidFill>
          <a:ln w="12700">
            <a:solidFill>
              <a:srgbClr val="2E7D32">
                <a:alpha val="3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200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500" kern="0" dirty="0">
                <a:solidFill>
                  <a:srgbClr val="F5C518"/>
                </a:solidFill>
              </a:rPr>
              <a:t>PEPI BRASIL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005840"/>
            <a:ext cx="64008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Bullying &amp;</a:t>
            </a:r>
            <a:endParaRPr lang="en-US" sz="5400" dirty="0"/>
          </a:p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Cyberbullying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457200" y="31089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F5C518"/>
                </a:solidFill>
              </a:rPr>
              <a:t>Palestras Educativas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3657600"/>
            <a:ext cx="320040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840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ACCEE"/>
                </a:solidFill>
              </a:rPr>
              <a:t>O que é  |  Impactos  |  Como agir  |  Onde buscar ajuda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O QUE É BULLYING?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26974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2697480" cy="4572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7043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Definição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" y="1691640"/>
            <a:ext cx="24688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B3C"/>
                </a:solidFill>
              </a:rPr>
              <a:t>Bullying é toda forma de violência física, verbal ou psicológica, intencional e repetida, entre pessoas com desequilíbrio de poder.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143000"/>
            <a:ext cx="26974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143000"/>
            <a:ext cx="2697480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17043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Tipos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10128" y="1691640"/>
            <a:ext cx="24688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B3C"/>
                </a:solidFill>
              </a:rPr>
              <a:t>Físico (bater, empurrar), Verbal (apelidos, ofensas), Psicológico (exclusão, humilhação), Sexual e Material (roubo, danos).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143000"/>
            <a:ext cx="26974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1143000"/>
            <a:ext cx="269748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117043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Cyberbullying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144768" y="1691640"/>
            <a:ext cx="24688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B3C"/>
                </a:solidFill>
              </a:rPr>
              <a:t>Bullying praticado pela internet: mensagens ofensivas, compartilhamento de fotos sem permissão, perfis falsos e perseguição online.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PEPI Brasil © Palestras Educativas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IMPACTOS EMOCIONAIS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2743200" cy="1645920"/>
          </a:xfrm>
          <a:prstGeom prst="rect">
            <a:avLst/>
          </a:prstGeom>
          <a:solidFill>
            <a:srgbClr val="EBF5EB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97280"/>
            <a:ext cx="164592" cy="1645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887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B3C"/>
                </a:solidFill>
              </a:rPr>
              <a:t>Ansiedade e Medo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60020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44444"/>
                </a:solidFill>
              </a:rPr>
              <a:t>A vítima passa a ter medo constante, com episódios de ansiedade que afetam o dia a dia.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0" y="1097280"/>
            <a:ext cx="2743200" cy="1645920"/>
          </a:xfrm>
          <a:prstGeom prst="rect">
            <a:avLst/>
          </a:prstGeom>
          <a:solidFill>
            <a:srgbClr val="EBF0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1097280"/>
            <a:ext cx="164592" cy="1645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11887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B3C"/>
                </a:solidFill>
              </a:rPr>
              <a:t>Queda no Rendimento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29000" y="160020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44444"/>
                </a:solidFill>
              </a:rPr>
              <a:t>Dificuldade de concentração e recusa em ir à escola impactam o desempenho acadêmico.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80760" y="1097280"/>
            <a:ext cx="2743200" cy="1645920"/>
          </a:xfrm>
          <a:prstGeom prst="rect">
            <a:avLst/>
          </a:prstGeom>
          <a:solidFill>
            <a:srgbClr val="EBF5EB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80760" y="1097280"/>
            <a:ext cx="164592" cy="1645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1887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B3C"/>
                </a:solidFill>
              </a:rPr>
              <a:t>Isolamento Social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09360" y="160020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44444"/>
                </a:solidFill>
              </a:rPr>
              <a:t>A criança se afasta de amigos e família, desenvolvendo sentimentos de solidão.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2926080"/>
            <a:ext cx="2743200" cy="1645920"/>
          </a:xfrm>
          <a:prstGeom prst="rect">
            <a:avLst/>
          </a:prstGeom>
          <a:solidFill>
            <a:srgbClr val="EBF0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926080"/>
            <a:ext cx="164592" cy="1645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017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B3C"/>
                </a:solidFill>
              </a:rPr>
              <a:t>Baixa Autoestima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342900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44444"/>
                </a:solidFill>
              </a:rPr>
              <a:t>Agressões repetidas destroem a confiança e a autoimagem da vítima.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0" y="2926080"/>
            <a:ext cx="2743200" cy="1645920"/>
          </a:xfrm>
          <a:prstGeom prst="rect">
            <a:avLst/>
          </a:prstGeom>
          <a:solidFill>
            <a:srgbClr val="EBF5EB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0" y="2926080"/>
            <a:ext cx="164592" cy="1645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29000" y="3017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B3C"/>
                </a:solidFill>
              </a:rPr>
              <a:t>Depressão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429000" y="342900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44444"/>
                </a:solidFill>
              </a:rPr>
              <a:t>Em casos graves, pode evoluir para quadros depressivos que exigem acompanhamento profissional.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80760" y="2926080"/>
            <a:ext cx="2743200" cy="1645920"/>
          </a:xfrm>
          <a:prstGeom prst="rect">
            <a:avLst/>
          </a:prstGeom>
          <a:solidFill>
            <a:srgbClr val="EBF0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80760" y="2926080"/>
            <a:ext cx="164592" cy="1645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3017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B3C"/>
                </a:solidFill>
              </a:rPr>
              <a:t>Riscos Extremos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09360" y="342900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44444"/>
                </a:solidFill>
              </a:rPr>
              <a:t>Situações graves podem levar a pensamentos de automutilação e ideação suicida.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PEPI Brasil © Palestras Educativas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5C518"/>
                </a:solidFill>
              </a:rPr>
              <a:t>COMO AGIR &amp; ONDE BUSCAR AJUDA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3931920" cy="384048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972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C518"/>
                </a:solidFill>
              </a:rPr>
              <a:t>COMO AGIR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8912" y="1600200"/>
            <a:ext cx="201168" cy="20116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572768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Não revidar — mantenha a calma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912" y="2112264"/>
            <a:ext cx="201168" cy="20116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084832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Fale com um adulto de confiança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8912" y="2624328"/>
            <a:ext cx="201168" cy="20116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596896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Guarde prints e evidências online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8912" y="3136392"/>
            <a:ext cx="201168" cy="20116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108960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Bloqueie e denuncie nas plataformas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38912" y="3648456"/>
            <a:ext cx="201168" cy="20116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621024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Apoie colegas que sofrem bullying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38912" y="4160520"/>
            <a:ext cx="201168" cy="20116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4133088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Procure a direção da escola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480560" y="1005840"/>
            <a:ext cx="4343400" cy="384048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10972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C518"/>
                </a:solidFill>
              </a:rPr>
              <a:t>ONDE BUSCAR AJUDA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572000" y="1600200"/>
            <a:ext cx="4114800" cy="512064"/>
          </a:xfrm>
          <a:prstGeom prst="rect">
            <a:avLst/>
          </a:prstGeom>
          <a:solidFill>
            <a:srgbClr val="F5C518">
              <a:alpha val="12000"/>
            </a:srgbClr>
          </a:solidFill>
          <a:ln w="12700">
            <a:solidFill>
              <a:srgbClr val="F5C518">
                <a:alpha val="2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162763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C518"/>
                </a:solidFill>
              </a:rPr>
              <a:t>CVV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623560" y="162763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Centro de Valorização da Vida — Ligue 188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0" y="2203704"/>
            <a:ext cx="4114800" cy="512064"/>
          </a:xfrm>
          <a:prstGeom prst="rect">
            <a:avLst/>
          </a:prstGeom>
          <a:solidFill>
            <a:srgbClr val="F5C518">
              <a:alpha val="12000"/>
            </a:srgbClr>
          </a:solidFill>
          <a:ln w="12700">
            <a:solidFill>
              <a:srgbClr val="F5C518">
                <a:alpha val="2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223113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C518"/>
                </a:solidFill>
              </a:rPr>
              <a:t>ECA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623560" y="2231136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Estatuto da Criança e Adolescente — proteção legal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0" y="2807208"/>
            <a:ext cx="4114800" cy="512064"/>
          </a:xfrm>
          <a:prstGeom prst="rect">
            <a:avLst/>
          </a:prstGeom>
          <a:solidFill>
            <a:srgbClr val="F5C518">
              <a:alpha val="12000"/>
            </a:srgbClr>
          </a:solidFill>
          <a:ln w="12700">
            <a:solidFill>
              <a:srgbClr val="F5C518">
                <a:alpha val="2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28346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C518"/>
                </a:solidFill>
              </a:rPr>
              <a:t>Escola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623560" y="28346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Orientador educacional e direção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0" y="3410712"/>
            <a:ext cx="4114800" cy="512064"/>
          </a:xfrm>
          <a:prstGeom prst="rect">
            <a:avLst/>
          </a:prstGeom>
          <a:solidFill>
            <a:srgbClr val="F5C518">
              <a:alpha val="12000"/>
            </a:srgbClr>
          </a:solidFill>
          <a:ln w="12700">
            <a:solidFill>
              <a:srgbClr val="F5C518">
                <a:alpha val="2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343814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C518"/>
                </a:solidFill>
              </a:rPr>
              <a:t>CRAS/CREAS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623560" y="343814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Serviços de assistência social do município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572000" y="4014216"/>
            <a:ext cx="4114800" cy="512064"/>
          </a:xfrm>
          <a:prstGeom prst="rect">
            <a:avLst/>
          </a:prstGeom>
          <a:solidFill>
            <a:srgbClr val="F5C518">
              <a:alpha val="12000"/>
            </a:srgbClr>
          </a:solidFill>
          <a:ln w="12700">
            <a:solidFill>
              <a:srgbClr val="F5C518">
                <a:alpha val="2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63440" y="404164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C518"/>
                </a:solidFill>
              </a:rPr>
              <a:t>Delegacia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623560" y="404164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Boletim de ocorrência em casos graves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PEPI Brasil © Palestras Educativas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Bullying e Cyberbullying - PEPI Brasil</dc:title>
  <dc:subject>PptxGenJS Presentation</dc:subject>
  <dc:creator>PptxGenJS</dc:creator>
  <cp:lastModifiedBy>PptxGenJS</cp:lastModifiedBy>
  <cp:revision>1</cp:revision>
  <dcterms:created xsi:type="dcterms:W3CDTF">2026-04-14T17:49:57Z</dcterms:created>
  <dcterms:modified xsi:type="dcterms:W3CDTF">2026-04-14T17:49:57Z</dcterms:modified>
</cp:coreProperties>
</file>