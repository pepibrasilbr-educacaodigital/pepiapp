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78908"/>
            <a:ext cx="9144000" cy="16459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42832" y="164592"/>
            <a:ext cx="201168" cy="4814316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0" y="457200"/>
            <a:ext cx="2377440" cy="2377440"/>
          </a:xfrm>
          <a:prstGeom prst="ellipse">
            <a:avLst/>
          </a:prstGeom>
          <a:solidFill>
            <a:srgbClr val="1A3A5C">
              <a:alpha val="70000"/>
            </a:srgbClr>
          </a:solidFill>
          <a:ln w="12700">
            <a:solidFill>
              <a:srgbClr val="F5C518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23760" y="2286000"/>
            <a:ext cx="1645920" cy="1645920"/>
          </a:xfrm>
          <a:prstGeom prst="ellipse">
            <a:avLst/>
          </a:prstGeom>
          <a:solidFill>
            <a:srgbClr val="2E7D32">
              <a:alpha val="20000"/>
            </a:srgbClr>
          </a:solidFill>
          <a:ln w="12700">
            <a:solidFill>
              <a:srgbClr val="2E7D32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274320"/>
            <a:ext cx="2560320" cy="384048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301752"/>
            <a:ext cx="25237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A5C"/>
                </a:solidFill>
              </a:rPr>
              <a:t>FORMAÇÃO DE EQUIPE ESCOLAR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65760" y="777240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C518"/>
                </a:solidFill>
              </a:rPr>
              <a:t>PEPI BRASIL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1115568"/>
            <a:ext cx="6583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Marketing e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365760" y="1828800"/>
            <a:ext cx="6583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5C518"/>
                </a:solidFill>
              </a:rPr>
              <a:t>Uso de Imagem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365760" y="2788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AABB"/>
                </a:solidFill>
              </a:rPr>
              <a:t>Autorização  |  Risco jurídico  |  Redes sociais da escola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697480"/>
            <a:ext cx="2743200" cy="6400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41148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AABB"/>
                </a:solidFill>
              </a:rPr>
              <a:t>Capacitação Profissional para Educadores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42832" y="0"/>
            <a:ext cx="201168" cy="514350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0116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AUTORIZAÇÃO DE USO DE IMAGEM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3C"/>
                </a:solidFill>
              </a:rPr>
              <a:t>A utilização de imagem de crianças e adolescentes é regulada pelo ECA e pelo Marco Civil da Internet. A escola precisa ter autorização expressa dos responsáveis.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920240"/>
            <a:ext cx="4206240" cy="1435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920240"/>
            <a:ext cx="182880" cy="143560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993392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</a:rPr>
              <a:t>Autorização por escrito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2395728"/>
            <a:ext cx="3794760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2B3C"/>
                </a:solidFill>
              </a:rPr>
              <a:t>Toda utilização de imagem de menor deve ter autorização expressa e por escrito do responsável legal.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54880" y="1920240"/>
            <a:ext cx="4206240" cy="1435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920240"/>
            <a:ext cx="182880" cy="143560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0" y="1993392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</a:rPr>
              <a:t>Especificidade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0" y="2395728"/>
            <a:ext cx="3794760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2B3C"/>
                </a:solidFill>
              </a:rPr>
              <a:t>A autorização deve especificar: onde a imagem será usada, por quanto tempo e para qual finalidade.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20040" y="3493008"/>
            <a:ext cx="4206240" cy="1435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3493008"/>
            <a:ext cx="182880" cy="143560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566160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</a:rPr>
              <a:t>Revogabilidade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94360" y="3968496"/>
            <a:ext cx="3794760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2B3C"/>
                </a:solidFill>
              </a:rPr>
              <a:t>A autorização pode ser revogada a qualquer momento. A escola deve respeitar essa solicitação imediatamente.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754880" y="3493008"/>
            <a:ext cx="4206240" cy="1435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3493008"/>
            <a:ext cx="182880" cy="143560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0" y="3566160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</a:rPr>
              <a:t>LGPD na escola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029200" y="3968496"/>
            <a:ext cx="3794760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2B3C"/>
                </a:solidFill>
              </a:rPr>
              <a:t>Dados pessoais, incluindo imagens, são protegidos pela Lei nº 13.709/2018 (LGPD). A escola é responsável pelo tratamento adequado.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PEPI Brasil © Formação de Equipe Escolar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42832" y="0"/>
            <a:ext cx="201168" cy="514350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0116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RISCOS JURÍDICOS — FIQUE ATENTO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32"/>
                </a:solidFill>
              </a:rPr>
              <a:t>Situações que expõem a escola a responsabilização legal: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20040" y="1600200"/>
            <a:ext cx="8503920" cy="576072"/>
          </a:xfrm>
          <a:prstGeom prst="rect">
            <a:avLst/>
          </a:prstGeom>
          <a:solidFill>
            <a:srgbClr val="FDEDEC"/>
          </a:solidFill>
          <a:ln w="12700">
            <a:solidFill>
              <a:srgbClr val="FFBBB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600200"/>
            <a:ext cx="182880" cy="57607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627632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2828"/>
                </a:solidFill>
              </a:rPr>
              <a:t>⚠ Publicar foto sem autorização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60520" y="1627632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B3C"/>
                </a:solidFill>
              </a:rPr>
              <a:t>Pode gerar processo civil por violação de direito de imagem e danos morais.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0040" y="2249424"/>
            <a:ext cx="8503920" cy="576072"/>
          </a:xfrm>
          <a:prstGeom prst="rect">
            <a:avLst/>
          </a:prstGeom>
          <a:solidFill>
            <a:srgbClr val="FFF8F8"/>
          </a:solidFill>
          <a:ln w="12700">
            <a:solidFill>
              <a:srgbClr val="FFBBB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2249424"/>
            <a:ext cx="182880" cy="57607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276856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2828"/>
                </a:solidFill>
              </a:rPr>
              <a:t>⚠ Compartilhar imagens em grupos de WhatsApp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60520" y="2276856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B3C"/>
                </a:solidFill>
              </a:rPr>
              <a:t>Imagens de alunos em grupos não controlados podem ser baixadas e compartilhadas indevidamente.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20040" y="2898648"/>
            <a:ext cx="8503920" cy="576072"/>
          </a:xfrm>
          <a:prstGeom prst="rect">
            <a:avLst/>
          </a:prstGeom>
          <a:solidFill>
            <a:srgbClr val="FDEDEC"/>
          </a:solidFill>
          <a:ln w="12700">
            <a:solidFill>
              <a:srgbClr val="FFBBB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2898648"/>
            <a:ext cx="182880" cy="57607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92608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2828"/>
                </a:solidFill>
              </a:rPr>
              <a:t>⚠ Publicar imagens sem autorização nas redes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160520" y="292608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B3C"/>
                </a:solidFill>
              </a:rPr>
              <a:t>Mesmo imagens 'inocentes' em contextos educativos precisam de autorização explícita.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20040" y="3547872"/>
            <a:ext cx="8503920" cy="576072"/>
          </a:xfrm>
          <a:prstGeom prst="rect">
            <a:avLst/>
          </a:prstGeom>
          <a:solidFill>
            <a:srgbClr val="FFF8F8"/>
          </a:solidFill>
          <a:ln w="12700">
            <a:solidFill>
              <a:srgbClr val="FFBBB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3547872"/>
            <a:ext cx="182880" cy="57607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575304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2828"/>
                </a:solidFill>
              </a:rPr>
              <a:t>⚠ Gravar aulas com alunos sem consentimento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160520" y="3575304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B3C"/>
                </a:solidFill>
              </a:rPr>
              <a:t>A gravação sem consentimento infringe o direito à imagem e à privacidade.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20040" y="4197096"/>
            <a:ext cx="8503920" cy="576072"/>
          </a:xfrm>
          <a:prstGeom prst="rect">
            <a:avLst/>
          </a:prstGeom>
          <a:solidFill>
            <a:srgbClr val="FDEDEC"/>
          </a:solidFill>
          <a:ln w="12700">
            <a:solidFill>
              <a:srgbClr val="FFBBB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" y="4197096"/>
            <a:ext cx="182880" cy="57607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4224528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2828"/>
                </a:solidFill>
              </a:rPr>
              <a:t>⚠ Divulgar dados de rendimento ou comportamento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160520" y="4224528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B3C"/>
                </a:solidFill>
              </a:rPr>
              <a:t>Expor dados de alunos sem necessidade ou autorização fere a LGPD.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PEPI Brasil © Formação de Equipe Escolar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78908"/>
            <a:ext cx="9144000" cy="16459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7432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C518"/>
                </a:solidFill>
              </a:rPr>
              <a:t>BOAS PRÁTICAS NAS REDES SOCIAIS DA ESCOLA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251960" cy="804672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2E7D32">
                <a:alpha val="4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6128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7D32"/>
                </a:solidFill>
              </a:rPr>
              <a:t>✔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49808" y="1051560"/>
            <a:ext cx="3703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Ter política clara de publicação aprovada pela direção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920240"/>
            <a:ext cx="4251960" cy="804672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2E7D32">
                <a:alpha val="4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12140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7D32"/>
                </a:solidFill>
              </a:rPr>
              <a:t>✔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49808" y="2011680"/>
            <a:ext cx="3703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Manter lista atualizada de alunos COM autorização de imagem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2880360"/>
            <a:ext cx="4251960" cy="804672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2E7D32">
                <a:alpha val="4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308152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7D32"/>
                </a:solidFill>
              </a:rPr>
              <a:t>✔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49808" y="2971800"/>
            <a:ext cx="3703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Revisar todo conteúdo antes de publicar — evitar rostos não autorizados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3840480"/>
            <a:ext cx="4251960" cy="804672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2E7D32">
                <a:alpha val="4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404164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7D32"/>
                </a:solidFill>
              </a:rPr>
              <a:t>✔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49808" y="3931920"/>
            <a:ext cx="3703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Preferir fotos de atividades sem identificar alunos individualmente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09160" y="960120"/>
            <a:ext cx="4251960" cy="804672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C62828">
                <a:alpha val="4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116128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62828"/>
                </a:solidFill>
              </a:rPr>
              <a:t>✘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184648" y="1051560"/>
            <a:ext cx="3703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Jamais publicar imagens de alunos sem autorização — nem mesmo fotos coletivas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09160" y="1920240"/>
            <a:ext cx="4251960" cy="804672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C62828">
                <a:alpha val="4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212140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62828"/>
                </a:solidFill>
              </a:rPr>
              <a:t>✘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184648" y="2011680"/>
            <a:ext cx="3703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Não criar grupos de WhatsApp com pais sem regras claras de uso de imagem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09160" y="2880360"/>
            <a:ext cx="4251960" cy="804672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C62828">
                <a:alpha val="4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308152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62828"/>
                </a:solidFill>
              </a:rPr>
              <a:t>✘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184648" y="2971800"/>
            <a:ext cx="3703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Não permitir que professores publiquem alunos em perfis pessoais sem autorização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09160" y="3840480"/>
            <a:ext cx="4251960" cy="804672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C62828">
                <a:alpha val="45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0600" y="404164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62828"/>
                </a:solidFill>
              </a:rPr>
              <a:t>✘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184648" y="3931920"/>
            <a:ext cx="3703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Não guardar imagens de alunos em dispositivos pessoais sem justificativa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PEPI Brasil © Formação de Equipe Escolar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2026-04-14T17:57:19Z</dcterms:created>
  <dcterms:modified xsi:type="dcterms:W3CDTF">2026-04-14T17:57:19Z</dcterms:modified>
</cp:coreProperties>
</file>