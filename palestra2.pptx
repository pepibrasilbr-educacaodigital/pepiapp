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201168" cy="48143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457200"/>
            <a:ext cx="2743200" cy="2743200"/>
          </a:xfrm>
          <a:prstGeom prst="ellipse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286000"/>
            <a:ext cx="2011680" cy="2011680"/>
          </a:xfrm>
          <a:prstGeom prst="ellipse">
            <a:avLst/>
          </a:prstGeom>
          <a:solidFill>
            <a:srgbClr val="F5C518">
              <a:alpha val="12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C518"/>
                </a:solidFill>
              </a:rPr>
              <a:t>PEPI BRASIL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Segurança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Digital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C518"/>
                </a:solidFill>
              </a:rPr>
              <a:t>Palestras Educativas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32004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Riscos na internet  |  Proteção de dados  |  Como se proteger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RISCOS NA INTERNET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20624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Fake Profiles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Pessoas mal-intencionadas criam perfis falsos para enganar jovens e extrair informações pessoais.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420624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Phishing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6459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Golpes via links ou e-mails falsos que tentam roubar senhas, dados bancários e informações pessoais.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420624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90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Predadores Virtuais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Adultos que usam a internet para se aproximar de crianças e adolescentes com intenções abusivas.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17520"/>
            <a:ext cx="420624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090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Malware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5661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Vírus e softwares maliciosos que infectam dispositivos para roubar dados ou causar danos.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PROTEÇÃO DE DADOS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</a:rPr>
              <a:t>Por que meus dados importam?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</a:rPr>
              <a:t>Seus dados pessoais (nome, foto, localização, senhas) têm grande valor. Quando mal protegidos, podem ser usados para golpes, chantagens e violação de privacidade.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2697480" cy="1188720"/>
          </a:xfrm>
          <a:prstGeom prst="rect">
            <a:avLst/>
          </a:prstGeom>
          <a:solidFill>
            <a:srgbClr val="EBF5E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42316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414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24231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Use senhas fortes com letras, números e símbolos — nunca compartilhe.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2697480" cy="1188720"/>
          </a:xfrm>
          <a:prstGeom prst="rect">
            <a:avLst/>
          </a:prstGeom>
          <a:solidFill>
            <a:srgbClr val="EBF0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423160"/>
            <a:ext cx="457200" cy="4572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4414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22192" y="24231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Ative a autenticação em dois fatores em todas as contas importantes.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2331720"/>
            <a:ext cx="2697480" cy="1188720"/>
          </a:xfrm>
          <a:prstGeom prst="rect">
            <a:avLst/>
          </a:prstGeom>
          <a:solidFill>
            <a:srgbClr val="EBF5E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42316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4414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02552" y="24231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Revise as configurações de privacidade das suas redes sociais regularmente.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508760" y="3657600"/>
            <a:ext cx="2697480" cy="1188720"/>
          </a:xfrm>
          <a:prstGeom prst="rect">
            <a:avLst/>
          </a:prstGeom>
          <a:solidFill>
            <a:srgbClr val="EBF0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3749040"/>
            <a:ext cx="457200" cy="4572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37673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30552" y="37490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Não forneça dados pessoais em sites suspeitos ou sem HTTPS.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3657600"/>
            <a:ext cx="2697480" cy="1188720"/>
          </a:xfrm>
          <a:prstGeom prst="rect">
            <a:avLst/>
          </a:prstGeom>
          <a:solidFill>
            <a:srgbClr val="EBF5E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74904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7673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10912" y="37490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Leia os termos de uso e permissões antes de instalar aplicativos.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COMO SE PROTEGER ONLINE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78892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Desconfie de estranhos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459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Nunca adicione ou converse com desconhecidos. Perfis sem foto ou histórico são suspeitos.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005840"/>
            <a:ext cx="278892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005840"/>
            <a:ext cx="278892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Cuidado com o que posta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28416" y="16459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Informações como endereço, escola e rotina não devem ser publicadas nas redes sociais.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63056" y="1005840"/>
            <a:ext cx="278892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1005840"/>
            <a:ext cx="278892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Denuncie conteúdo impróprio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16459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 as ferramentas de denúncia das plataformas para reportar conteúdo ofensivo ou suspeito.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278892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71800"/>
            <a:ext cx="278892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Fale com seus pais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361188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Mantenha seus responsáveis informados sobre o que você acessa e com quem conversa.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18688" y="2971800"/>
            <a:ext cx="278892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2971800"/>
            <a:ext cx="278892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Atualize sempre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28416" y="361188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Sistemas e aplicativos atualizados têm menos vulnerabilidades de segurança.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63056" y="2971800"/>
            <a:ext cx="278892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3056" y="2971800"/>
            <a:ext cx="278892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Use redes Wi-Fi seguras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72784" y="361188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Evite fazer login em contas importantes em redes públicas ou abertas.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Segurança Digital - PEPI Brasil</dc:title>
  <dc:subject>PptxGenJS Presentation</dc:subject>
  <dc:creator>PptxGenJS</dc:creator>
  <cp:lastModifiedBy>PptxGenJS</cp:lastModifiedBy>
  <cp:revision>1</cp:revision>
  <dcterms:created xsi:type="dcterms:W3CDTF">2026-04-14T17:50:46Z</dcterms:created>
  <dcterms:modified xsi:type="dcterms:W3CDTF">2026-04-14T17:50:46Z</dcterms:modified>
</cp:coreProperties>
</file>